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ms, median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Reply</c:v>
                </c:pt>
                <c:pt idx="1">
                  <c:v>Brain</c:v>
                </c:pt>
                <c:pt idx="2">
                  <c:v>Voice start</c:v>
                </c:pt>
                <c:pt idx="3">
                  <c:v>Ears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1121.1</c:v>
                </c:pt>
                <c:pt idx="1">
                  <c:v>837.9</c:v>
                </c:pt>
                <c:pt idx="2">
                  <c:v>282.9</c:v>
                </c:pt>
                <c:pt idx="3">
                  <c:v>161.1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 b="1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160000"/>
            <a:ext cx="10608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chemeClr val="accent3"/>
                </a:solidFill>
                <a:latin typeface="Inter"/>
              </a:rPr>
              <a:t>FIELD REPORT · ONE CHROME TAB</a:t>
            </a:r>
          </a:p>
          <a:p>
            <a:r>
              <a:rPr sz="4000" b="1">
                <a:solidFill>
                  <a:schemeClr val="accent5"/>
                </a:solidFill>
                <a:latin typeface="Urbanist"/>
              </a:rPr>
              <a:t>icedLiquid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chemeClr val="accent4"/>
                </a:solidFill>
                <a:latin typeface="Inter"/>
              </a:rPr>
              <a:t>A voice assistant that lives in one Chrome tab. Built on LFM models by Liquid AI (https://www.liquid.ai).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icedLiquid answers a question in about one second.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b="1" sz="1800">
                <a:solidFill>
                  <a:schemeClr val="tx2"/>
                </a:solidFill>
              </a:rPr>
              <a:t>1121.1</a:t>
            </a:r>
            <a:r>
              <a:rPr sz="1800">
                <a:solidFill>
                  <a:schemeClr val="tx2"/>
                </a:solidFill>
              </a:rPr>
              <a:t> — milliseconds, the median time from the end of a question to the first audio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Measured over 12 turns in one recorded session, most of them typed. Brain and voice ran on the laptop GPU inside one Chrome tab. No server ran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A typical voice assistant sends your audio to a server.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534006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b="1" sz="1600">
                <a:solidFill>
                  <a:schemeClr val="tx2"/>
                </a:solidFill>
              </a:rPr>
              <a:t>Usual path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sz="1600">
                <a:solidFill>
                  <a:schemeClr val="tx2"/>
                </a:solidFill>
              </a:rPr>
              <a:t>the microphone streams to a cloud speech service, a hosted language model and a voice service. Three hops, and the audio leaves the 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6059" y="1548000"/>
            <a:ext cx="534006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b="1" sz="1600">
                <a:solidFill>
                  <a:schemeClr val="tx2"/>
                </a:solidFill>
              </a:rPr>
              <a:t>icedLiquid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sz="1600">
                <a:solidFill>
                  <a:schemeClr val="tx2"/>
                </a:solidFill>
              </a:rPr>
              <a:t>one LFM3-Omni model by Liquid AI hears, thinks and speaks in the tab on WebGPU. The audio never leaves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A small model that guesses is worse than no model.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i="1" sz="1800">
                <a:solidFill>
                  <a:schemeClr val="tx2"/>
                </a:solidFill>
              </a:rPr>
              <a:t>“A small model that guesses the time is worse than no model. So icedLiquid calls a tool for anything current and answers only from the result.”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— Design rule behind the icedLiquid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One model hears, thinks and speaks inside the tab.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Mic — the audio stays on the machine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Ears — speech recognition on WebGPU, lane browser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Brain — LFM3-Omni reads the turn and picks a tool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Tools — weather, time and search, drawn as a card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Voice — codec tokens become audio while it still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Tools make the answers of a small model checkable.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10 tools — weather, time, web search, theme, language, end of session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100.0 % right tool calls at N=100 on the MLX engine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Earlier live check: 212 ms weather lookup, 3170 ms web search. The screen is a later 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The brain takes the largest share of a median reply.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Medians in milliseconds over one session. The slow end, 2976.0 ms at p90, is the weather turn with two model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0000" y="2592000"/>
          <a:ext cx="10752119" cy="35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Generation stayed steady while the conversation grew.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00" y="1980000"/>
            <a:ext cx="3488039" cy="2160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chemeClr val="accent1"/>
                </a:solidFill>
                <a:latin typeface="Urbanist"/>
              </a:rPr>
              <a:t>14.4</a:t>
            </a:r>
          </a:p>
          <a:p>
            <a:pPr algn="ctr"/>
            <a:r>
              <a:rPr sz="1300">
                <a:solidFill>
                  <a:schemeClr val="tx2"/>
                </a:solidFill>
                <a:latin typeface="Inter"/>
              </a:rPr>
              <a:t>tok/s, brain generation rate, median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2039" y="1980000"/>
            <a:ext cx="3488039" cy="2160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chemeClr val="accent1"/>
                </a:solidFill>
                <a:latin typeface="Urbanist"/>
              </a:rPr>
              <a:t>24.0</a:t>
            </a:r>
          </a:p>
          <a:p>
            <a:pPr algn="ctr"/>
            <a:r>
              <a:rPr sz="1300">
                <a:solidFill>
                  <a:schemeClr val="tx2"/>
                </a:solidFill>
                <a:latin typeface="Inter"/>
              </a:rPr>
              <a:t>tok/s, voice codec token rate, median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80" y="1980000"/>
            <a:ext cx="3488039" cy="2160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chemeClr val="accent1"/>
                </a:solidFill>
                <a:latin typeface="Urbanist"/>
              </a:rPr>
              <a:t>1491</a:t>
            </a:r>
          </a:p>
          <a:p>
            <a:pPr algn="ctr"/>
            <a:r>
              <a:rPr sz="1300">
                <a:solidFill>
                  <a:schemeClr val="tx2"/>
                </a:solidFill>
                <a:latin typeface="Inter"/>
              </a:rPr>
              <a:t>tokens of context on the last turn, up from 1150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The browser cache turns a slow first load into a short wait.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534006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b="1" sz="1600">
                <a:solidFill>
                  <a:schemeClr val="tx2"/>
                </a:solidFill>
              </a:rPr>
              <a:t>Cold load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sz="1600">
                <a:solidFill>
                  <a:schemeClr val="tx2"/>
                </a:solidFill>
              </a:rPr>
              <a:t>6015.3 ms in the WebGPU bench run, weights downloaded on a cache miss.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6059" y="1548000"/>
            <a:ext cx="534006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b="1" sz="1600">
                <a:solidFill>
                  <a:schemeClr val="tx2"/>
                </a:solidFill>
              </a:rPr>
              <a:t>From cache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chemeClr val="accent1"/>
                </a:solidFill>
              </a:rPr>
              <a:t>•  </a:t>
            </a:r>
            <a:r>
              <a:rPr sz="1600">
                <a:solidFill>
                  <a:schemeClr val="tx2"/>
                </a:solidFill>
              </a:rPr>
              <a:t>1477.3 ms in the recorded session. Two runs one day apart: an order of magnitude, not an A/B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Anyone with a WebGPU Mac can rerun this session.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Step 1 — provision the browser weights once with provision_webgpu.py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Step 2 — start the app with ./ddx-manage.sh ui on port 3400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Step 3 — press Start talking once and ask for the weather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Step 4 — export the session and run judge-voice-agent.py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Step 5 — check every number with claims.py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Browser microphone recognition is still in diagnosis.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b="1" sz="1800">
                <a:solidFill>
                  <a:schemeClr val="tx2"/>
                </a:solidFill>
              </a:rPr>
              <a:t>0 of 7</a:t>
            </a:r>
            <a:r>
              <a:rPr sz="1800">
                <a:solidFill>
                  <a:schemeClr val="tx2"/>
                </a:solidFill>
              </a:rPr>
              <a:t> — live microphone passes that returned text in the browser lane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A replay bench the next night reached a non-empty share of 1.00, still an open gap. The server gateway scored 5.7 % word errors at 166.0 ms: a comparison point, not the demo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The session also shows where icedLiquid still fails.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Wrong answer — asked the time in Tokyo, it skipped the time tool and the answer was wrong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Mixed turns — the questions were typed; five noise turns from the open mic stay in the medians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At capture — a cold first Start only loaded the model, since fixed; one Mac, one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Liquid AI made a voice assistant in one tab possible.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i="1" sz="1800">
                <a:solidFill>
                  <a:schemeClr val="tx2"/>
                </a:solidFill>
              </a:rPr>
              <a:t>“Thank you to the Liquid AI team for LFM3-Omni: one model that listens, thinks and speaks, small enough to run in a browser tab, with no audio leaving the room.”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— The Dudoxx team · https://www.liquid.ai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1040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chemeClr val="tx1"/>
                </a:solidFill>
                <a:latin typeface="Urbanist"/>
              </a:rPr>
              <a:t>Rerun the session and compare your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260000"/>
            <a:ext cx="1440000" cy="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48000"/>
            <a:ext cx="11040120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Every figure resolves to a row of the measurement register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Built on LFM models by Liquid AI (https://www.liquid.ai)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chemeClr val="accent1"/>
                </a:solidFill>
              </a:rPr>
              <a:t>•  </a:t>
            </a:r>
            <a:r>
              <a:rPr sz="1800">
                <a:solidFill>
                  <a:schemeClr val="tx2"/>
                </a:solidFill>
              </a:rPr>
              <a:t>dudoxx.com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98000"/>
            <a:ext cx="11040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chemeClr val="tx2"/>
                </a:solidFill>
                <a:latin typeface="Inter"/>
              </a:rPr>
              <a:t>icedLiquid · Dudoxx ·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21A2B"/>
      </a:dk1>
      <a:lt1>
        <a:srgbClr val="F9FAFD"/>
      </a:lt1>
      <a:dk2>
        <a:srgbClr val="475061"/>
      </a:dk2>
      <a:lt2>
        <a:srgbClr val="E1ECFF"/>
      </a:lt2>
      <a:accent1>
        <a:srgbClr val="1046C1"/>
      </a:accent1>
      <a:accent2>
        <a:srgbClr val="0B1428"/>
      </a:accent2>
      <a:accent3>
        <a:srgbClr val="82B2FD"/>
      </a:accent3>
      <a:accent4>
        <a:srgbClr val="C3C7CF"/>
      </a:accent4>
      <a:accent5>
        <a:srgbClr val="F0F2F6"/>
      </a:accent5>
      <a:accent6>
        <a:srgbClr val="FB8B4D"/>
      </a:accent6>
      <a:hlink>
        <a:srgbClr val="1046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icedLiquid, a voice assistant in one Chrome tab</dc:title>
  <dc:subject/>
  <dc:creator>Dudoxx UG / Acceleate Consulting - Walid Boudabbous</dc:creator>
  <cp:keywords/>
  <dc:description>Generated by ddx-pptx (theme=dudoxx).</dc:description>
  <cp:lastModifiedBy>Dudoxx UG / Acceleate Consulting - Walid Boudabbous</cp:lastModifiedBy>
  <cp:revision>1</cp:revision>
  <dcterms:created xsi:type="dcterms:W3CDTF">2026-10-30T03:49:08Z</dcterms:created>
  <dcterms:modified xsi:type="dcterms:W3CDTF">2026-10-30T03:49:08Z</dcterms:modified>
  <cp:category>presentation</cp:category>
</cp:coreProperties>
</file>